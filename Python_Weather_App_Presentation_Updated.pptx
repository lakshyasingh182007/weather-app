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Weather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Developed using CustomTkinter, Requests, and OpenWeatherMap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CustomTkinter – For modern and responsive GUI design</a:t>
            </a:r>
          </a:p>
          <a:p>
            <a:r>
              <a:t>2. Requests – To fetch weather data from the OpenWeatherMap API</a:t>
            </a:r>
          </a:p>
          <a:p>
            <a:r>
              <a:t>3. Pillow (PIL) – To handle and display weather icons dynamically</a:t>
            </a:r>
          </a:p>
          <a:p>
            <a:r>
              <a:t>4. Time – To show the last updated time dynamically</a:t>
            </a:r>
          </a:p>
          <a:p>
            <a:r>
              <a:t>5. OpenWeatherMap API – Provides real-time weather data based on city name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a city name in the input field.</a:t>
            </a:r>
          </a:p>
          <a:p>
            <a:r>
              <a:t>2. The app sends a request to the OpenWeatherMap API using the Requests library.</a:t>
            </a:r>
          </a:p>
          <a:p>
            <a:r>
              <a:t>3. The API returns JSON data containing temperature, humidity, wind speed, and weather conditions.</a:t>
            </a:r>
          </a:p>
          <a:p>
            <a:r>
              <a:t>4. The data is extracted and displayed using CustomTkinter labels.</a:t>
            </a:r>
          </a:p>
          <a:p>
            <a:r>
              <a:t>5. The Pillow library loads and resizes the weather icon dynamically.</a:t>
            </a:r>
          </a:p>
          <a:p>
            <a:r>
              <a:t>6. The clock updates continuously using the Time library.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atsApp Image 2025-11-08 at 6.38.42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625969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0" y="9144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This screenshot shows the final design of the Python Weather App.</a:t>
            </a:r>
            <a:br/>
            <a:br/>
            <a:r>
              <a:t>Features:</a:t>
            </a:r>
            <a:br/>
            <a:r>
              <a:t>• Real-time weather updates</a:t>
            </a:r>
            <a:br/>
            <a:r>
              <a:t>• Simple and modern interface</a:t>
            </a:r>
            <a:br/>
            <a:r>
              <a:t>• Displays temperature, humidity, and wind speed</a:t>
            </a:r>
            <a:br/>
            <a:r>
              <a:t>• Auto-updating clock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Idea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main idea behind developing this Weather App was to create a lightweight, modern, and user-friendly desktop application that provides real-time weather updates for any city around the world.</a:t>
            </a:r>
          </a:p>
          <a:p/>
          <a:p>
            <a:r>
              <a:t>Motivation:</a:t>
            </a:r>
          </a:p>
          <a:p>
            <a:r>
              <a:t>• To explore GUI development using CustomTkinter</a:t>
            </a:r>
          </a:p>
          <a:p>
            <a:r>
              <a:t>• To learn how to fetch and display API data in Python</a:t>
            </a:r>
          </a:p>
          <a:p>
            <a:r>
              <a:t>• To make a clean and responsive weather interface similar to professional apps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app is designed using a modular approach:</a:t>
            </a:r>
          </a:p>
          <a:p/>
          <a:p>
            <a:r>
              <a:t>1. **Frontend Layer** – Built with CustomTkinter to handle GUI elements and user inputs.</a:t>
            </a:r>
          </a:p>
          <a:p>
            <a:r>
              <a:t>2. **API Layer** – Communicates with the OpenWeatherMap API to fetch real-time weather data.</a:t>
            </a:r>
          </a:p>
          <a:p>
            <a:r>
              <a:t>3. **Processing Layer** – Extracts required data such as temperature, humidity, and wind speed from JSON responses.</a:t>
            </a:r>
          </a:p>
          <a:p>
            <a:r>
              <a:t>4. **Display Layer** – Updates UI dynamically and displays weather icons using the Pillow library.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During development, a few challenges were faced:</a:t>
            </a:r>
          </a:p>
          <a:p/>
          <a:p>
            <a:r>
              <a:t>• **Handling Invalid City Names** – Added error messages using messagebox.</a:t>
            </a:r>
          </a:p>
          <a:p>
            <a:r>
              <a:t>• **Dynamic Weather Icons** – Used Pillow (PIL) to load and resize weather icons.</a:t>
            </a:r>
          </a:p>
          <a:p>
            <a:r>
              <a:t>• **Real-Time Updates** – Integrated a clock using the Time library to refresh every second.</a:t>
            </a:r>
          </a:p>
          <a:p>
            <a:r>
              <a:t>• **UI Responsiveness** – Tuned padding and font sizes for a cleaner layout.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Planned future upgrades for the Weather App include:</a:t>
            </a:r>
          </a:p>
          <a:p/>
          <a:p>
            <a:r>
              <a:t>• Adding a 7-day weather forecast feature.</a:t>
            </a:r>
          </a:p>
          <a:p>
            <a:r>
              <a:t>• Including graphical charts for temperature trends.</a:t>
            </a:r>
          </a:p>
          <a:p>
            <a:r>
              <a:t>• Supporting multiple languages.</a:t>
            </a:r>
          </a:p>
          <a:p>
            <a:r>
              <a:t>• Adding location-based automatic weather detection.</a:t>
            </a:r>
          </a:p>
          <a:p>
            <a:r>
              <a:t>• Improving dark/light mode customization.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Python Weather App demonstrates how a simple idea can turn into a functional desktop application by combining creativity and programming logic.</a:t>
            </a:r>
          </a:p>
          <a:p/>
          <a:p>
            <a:r>
              <a:t>Key Learnings:</a:t>
            </a:r>
          </a:p>
          <a:p>
            <a:r>
              <a:t>• Working with APIs in Python</a:t>
            </a:r>
          </a:p>
          <a:p>
            <a:r>
              <a:t>• Building modern GUI applications</a:t>
            </a:r>
          </a:p>
          <a:p>
            <a:r>
              <a:t>• Handling real-time data efficiently</a:t>
            </a:r>
          </a:p>
          <a:p/>
          <a:p>
            <a:r>
              <a:t>This project helped strengthen both programming and problem-solving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